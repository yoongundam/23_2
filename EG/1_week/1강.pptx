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410" r:id="rId3"/>
    <p:sldId id="266" r:id="rId4"/>
    <p:sldId id="395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0" r:id="rId15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CCAF"/>
    <a:srgbClr val="E6C7BA"/>
    <a:srgbClr val="F6713C"/>
    <a:srgbClr val="FDE2D7"/>
    <a:srgbClr val="FCC7B2"/>
    <a:srgbClr val="F88D62"/>
    <a:srgbClr val="2D7F4D"/>
    <a:srgbClr val="9EC157"/>
    <a:srgbClr val="B6DF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07" autoAdjust="0"/>
    <p:restoredTop sz="97439" autoAdjust="0"/>
  </p:normalViewPr>
  <p:slideViewPr>
    <p:cSldViewPr>
      <p:cViewPr varScale="1">
        <p:scale>
          <a:sx n="81" d="100"/>
          <a:sy n="81" d="100"/>
        </p:scale>
        <p:origin x="-1651" y="-86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-378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2021-09-07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4C1B5-EB92-45E6-AFCD-6AAB73579DF8}" type="datetimeFigureOut">
              <a:rPr lang="ko-KR" altLang="en-US" smtClean="0"/>
              <a:pPr/>
              <a:t>2021-09-07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137B9-5383-4519-A69D-AA54E0B9CE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055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3"/>
          <p:cNvSpPr>
            <a:spLocks noGrp="1"/>
          </p:cNvSpPr>
          <p:nvPr>
            <p:ph type="title" hasCustomPrompt="1"/>
          </p:nvPr>
        </p:nvSpPr>
        <p:spPr>
          <a:xfrm>
            <a:off x="428359" y="4797151"/>
            <a:ext cx="7488832" cy="1083079"/>
          </a:xfrm>
        </p:spPr>
        <p:txBody>
          <a:bodyPr/>
          <a:lstStyle>
            <a:lvl1pPr algn="l">
              <a:defRPr sz="3200" b="1">
                <a:solidFill>
                  <a:schemeClr val="accent6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 altLang="ko-KR" dirty="0"/>
              <a:t>Ch01 </a:t>
            </a:r>
            <a:r>
              <a:rPr lang="ko-KR" altLang="en-US" dirty="0"/>
              <a:t>유니티의 개요와 설치</a:t>
            </a:r>
          </a:p>
        </p:txBody>
      </p:sp>
      <p:pic>
        <p:nvPicPr>
          <p:cNvPr id="8" name="Picture 7" descr="한빛로고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9" t="27506" r="9941" b="6356"/>
          <a:stretch/>
        </p:blipFill>
        <p:spPr>
          <a:xfrm>
            <a:off x="7200901" y="419100"/>
            <a:ext cx="1600200" cy="381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C949A739-8C4B-45F0-8236-74B9F504A4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6600" y="2060848"/>
            <a:ext cx="7188798" cy="165618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FE2B117A-EE3A-425B-82D2-75F79BC426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7624" y="1384316"/>
            <a:ext cx="1440160" cy="123595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937EEE51-1F51-4FBF-A54A-B532A2AC22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55005" y="3212976"/>
            <a:ext cx="1172816" cy="84069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827584" y="820911"/>
            <a:ext cx="2881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xmlns="" id="{01F66F5A-8BBA-469D-99A8-A17D4EF8EF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7584" y="1683117"/>
            <a:ext cx="7704856" cy="122413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xmlns="" id="{8FCE6C66-35BB-4D28-81CE-ECF8B0EECD0C}"/>
              </a:ext>
            </a:extLst>
          </p:cNvPr>
          <p:cNvSpPr txBox="1"/>
          <p:nvPr userDrawn="1"/>
        </p:nvSpPr>
        <p:spPr>
          <a:xfrm>
            <a:off x="814513" y="3084385"/>
            <a:ext cx="2881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xmlns="" id="{EF42DF90-CA77-438A-8AE8-1CC10D7A59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513" y="3946590"/>
            <a:ext cx="7704856" cy="2002689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83568" y="740098"/>
            <a:ext cx="38884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2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학습 로드맵</a:t>
            </a:r>
          </a:p>
        </p:txBody>
      </p:sp>
      <p:sp>
        <p:nvSpPr>
          <p:cNvPr id="7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17C88672-8C5C-4CFE-97DB-BF1B4DEA67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3818" y="1772816"/>
            <a:ext cx="7836364" cy="38029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457200" indent="-457200">
              <a:lnSpc>
                <a:spcPct val="150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3pPr>
            <a:lvl4pPr marL="809625" indent="-180975">
              <a:spcAft>
                <a:spcPts val="300"/>
              </a:spcAft>
              <a:buSzPct val="96000"/>
              <a:defRPr sz="1400"/>
            </a:lvl4pPr>
            <a:lvl5pPr marL="990600" indent="-180975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5" name="직선 연결선 9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2021-09-07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9" r:id="rId2"/>
    <p:sldLayoutId id="2147483680" r:id="rId3"/>
    <p:sldLayoutId id="2147483686" r:id="rId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jpeg"/><Relationship Id="rId2" Type="http://schemas.openxmlformats.org/officeDocument/2006/relationships/hyperlink" Target="https://unity.com/kr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10" Type="http://schemas.openxmlformats.org/officeDocument/2006/relationships/image" Target="../media/image27.jpeg"/><Relationship Id="rId4" Type="http://schemas.openxmlformats.org/officeDocument/2006/relationships/image" Target="../media/image21.png"/><Relationship Id="rId9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제목 1"/>
          <p:cNvSpPr>
            <a:spLocks noGrp="1"/>
          </p:cNvSpPr>
          <p:nvPr>
            <p:ph type="ctrTitle"/>
          </p:nvPr>
        </p:nvSpPr>
        <p:spPr>
          <a:xfrm>
            <a:off x="395536" y="5373216"/>
            <a:ext cx="8352606" cy="1080120"/>
          </a:xfrm>
        </p:spPr>
        <p:txBody>
          <a:bodyPr/>
          <a:lstStyle/>
          <a:p>
            <a:pPr eaLnBrk="1" hangingPunct="1"/>
            <a:r>
              <a:rPr lang="en-US" altLang="ko-KR" sz="3200" dirty="0">
                <a:solidFill>
                  <a:schemeClr val="accent6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Chapter 01. </a:t>
            </a:r>
            <a:r>
              <a:rPr lang="ko-KR" altLang="en-US" sz="3200" dirty="0"/>
              <a:t>유니티의 개요와 설치</a:t>
            </a:r>
            <a:endParaRPr lang="ko-KR" altLang="en-US" sz="3200" dirty="0">
              <a:solidFill>
                <a:schemeClr val="accent6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89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텍스트 개체 틀 1"/>
          <p:cNvSpPr>
            <a:spLocks noGrp="1"/>
          </p:cNvSpPr>
          <p:nvPr>
            <p:ph type="body" sz="quarter" idx="4294967295"/>
          </p:nvPr>
        </p:nvSpPr>
        <p:spPr>
          <a:xfrm>
            <a:off x="971600" y="1340768"/>
            <a:ext cx="7056438" cy="1656184"/>
          </a:xfrm>
        </p:spPr>
        <p:txBody>
          <a:bodyPr/>
          <a:lstStyle/>
          <a:p>
            <a:r>
              <a:rPr lang="ko-KR" altLang="en-US" sz="1800" b="1" dirty="0"/>
              <a:t>게임 엔진</a:t>
            </a:r>
          </a:p>
          <a:p>
            <a:r>
              <a:rPr lang="ko-KR" altLang="en-US" sz="1800" b="1" dirty="0"/>
              <a:t>유니티 엔진</a:t>
            </a:r>
          </a:p>
          <a:p>
            <a:r>
              <a:rPr lang="ko-KR" altLang="en-US" sz="1800" b="1" dirty="0"/>
              <a:t>유니티 엔진 설치</a:t>
            </a:r>
          </a:p>
          <a:p>
            <a:r>
              <a:rPr lang="ko-KR" altLang="en-US" sz="1800" b="1" dirty="0"/>
              <a:t>프로젝트 생성</a:t>
            </a:r>
          </a:p>
          <a:p>
            <a:r>
              <a:rPr lang="ko-KR" altLang="en-US" sz="1800" b="1" dirty="0"/>
              <a:t>유니티의 기본 용어</a:t>
            </a:r>
          </a:p>
          <a:p>
            <a:endParaRPr lang="ko-KR" altLang="en-US" b="1" dirty="0"/>
          </a:p>
        </p:txBody>
      </p:sp>
      <p:sp>
        <p:nvSpPr>
          <p:cNvPr id="8" name="텍스트 개체 틀 1">
            <a:extLst>
              <a:ext uri="{FF2B5EF4-FFF2-40B4-BE49-F238E27FC236}">
                <a16:creationId xmlns:a16="http://schemas.microsoft.com/office/drawing/2014/main" xmlns="" id="{26847687-0E53-43D8-9E38-8093F038DB87}"/>
              </a:ext>
            </a:extLst>
          </p:cNvPr>
          <p:cNvSpPr txBox="1">
            <a:spLocks/>
          </p:cNvSpPr>
          <p:nvPr/>
        </p:nvSpPr>
        <p:spPr bwMode="auto">
          <a:xfrm>
            <a:off x="964010" y="3838948"/>
            <a:ext cx="7056438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sz="1600" b="1" dirty="0"/>
              <a:t>유니티와 게임 엔진의 이론을 이해한다</a:t>
            </a:r>
            <a:r>
              <a:rPr kumimoji="0" lang="en-US" altLang="ko-KR" sz="1600" b="1" dirty="0"/>
              <a:t>.</a:t>
            </a:r>
          </a:p>
          <a:p>
            <a:r>
              <a:rPr kumimoji="0" lang="ko-KR" altLang="en-US" sz="1600" b="1" dirty="0"/>
              <a:t>유니티를 설치하고 세팅하는 방법을 배운다</a:t>
            </a:r>
            <a:r>
              <a:rPr kumimoji="0" lang="en-US" altLang="ko-KR" sz="1600" b="1" dirty="0"/>
              <a:t>.</a:t>
            </a:r>
          </a:p>
          <a:p>
            <a:r>
              <a:rPr kumimoji="0" lang="ko-KR" altLang="en-US" sz="1600" b="1" dirty="0"/>
              <a:t>유니티 프로젝트 생성과 기본 용어를 학습한다</a:t>
            </a:r>
            <a:r>
              <a:rPr kumimoji="0" lang="en-US" altLang="ko-KR" sz="1600" b="1" dirty="0"/>
              <a:t>.</a:t>
            </a:r>
            <a:endParaRPr kumimoji="0" lang="ko-KR" altLang="en-US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</a:t>
            </a:r>
            <a:r>
              <a:rPr lang="ko-KR" altLang="en-US" dirty="0"/>
              <a:t>게임 엔진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80920" cy="5400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게임 엔진의 개요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게임과 같이 리얼타임으로 화면에 출력하고 게임을 즐길 수 있게 하는 소프트웨어를 제작하기 위한 요소로 구성된 소프트웨어를 렌더링 엔진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미들웨어</a:t>
            </a:r>
            <a:r>
              <a:rPr lang="en-US" altLang="ko-KR" dirty="0"/>
              <a:t>(Middleware)</a:t>
            </a:r>
          </a:p>
          <a:p>
            <a:pPr lvl="2">
              <a:lnSpc>
                <a:spcPct val="100000"/>
              </a:lnSpc>
            </a:pPr>
            <a:r>
              <a:rPr lang="ko-KR" altLang="en-US" dirty="0"/>
              <a:t>게임제작에 들어가는 시간과 노력을 절약하기 위해 만든 각각의 기능 프로그램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이러한 미들웨어가 하나로 합쳐진 종합 프로그램이 게임 엔진의 시작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최신 범용 게임 엔진이 가지고 있는 일반적인 특징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물리 엔진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사운드 엔진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네트워크 엔진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스크립트 또는 맵 에디터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817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</a:t>
            </a:r>
            <a:r>
              <a:rPr lang="ko-KR" altLang="en-US" dirty="0"/>
              <a:t>게임 엔진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5328592" cy="5400600"/>
          </a:xfrm>
        </p:spPr>
        <p:txBody>
          <a:bodyPr/>
          <a:lstStyle/>
          <a:p>
            <a:pPr>
              <a:lnSpc>
                <a:spcPct val="120000"/>
              </a:lnSpc>
              <a:buFont typeface="+mj-lt"/>
              <a:buAutoNum type="arabicPeriod" startAt="2"/>
            </a:pPr>
            <a:r>
              <a:rPr lang="ko-KR" altLang="en-US" dirty="0"/>
              <a:t>게임 엔진의 종류 </a:t>
            </a:r>
            <a:r>
              <a:rPr lang="en-US" altLang="ko-KR" dirty="0"/>
              <a:t>: </a:t>
            </a:r>
            <a:r>
              <a:rPr lang="ko-KR" altLang="en-US" sz="1900" dirty="0"/>
              <a:t>대표적인 게임 엔진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유니티 엔진</a:t>
            </a:r>
            <a:endParaRPr lang="en-US" altLang="ko-KR" sz="1400" dirty="0"/>
          </a:p>
          <a:p>
            <a:pPr lvl="2">
              <a:lnSpc>
                <a:spcPct val="120000"/>
              </a:lnSpc>
            </a:pPr>
            <a:r>
              <a:rPr lang="ko-KR" altLang="en-US" sz="1200" dirty="0"/>
              <a:t>덴마크에서 제작된 범용 게임 개발 엔진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ko-KR" altLang="en-US" sz="1200" dirty="0"/>
              <a:t>다양한 </a:t>
            </a:r>
            <a:r>
              <a:rPr lang="ko-KR" altLang="en-US" sz="1200" dirty="0" err="1"/>
              <a:t>플렛폼을</a:t>
            </a:r>
            <a:r>
              <a:rPr lang="ko-KR" altLang="en-US" sz="1200" dirty="0"/>
              <a:t> 지원</a:t>
            </a:r>
            <a:endParaRPr lang="en-US" altLang="ko-KR" sz="1200" dirty="0"/>
          </a:p>
          <a:p>
            <a:pPr lvl="2">
              <a:lnSpc>
                <a:spcPct val="120000"/>
              </a:lnSpc>
            </a:pPr>
            <a:endParaRPr lang="en-US" altLang="ko-KR" sz="1200" dirty="0"/>
          </a:p>
          <a:p>
            <a:pPr lvl="1">
              <a:lnSpc>
                <a:spcPct val="120000"/>
              </a:lnSpc>
            </a:pPr>
            <a:r>
              <a:rPr lang="ko-KR" altLang="en-US" sz="1400" dirty="0" err="1"/>
              <a:t>언리얼</a:t>
            </a:r>
            <a:r>
              <a:rPr lang="ko-KR" altLang="en-US" sz="1400" dirty="0"/>
              <a:t> 엔진</a:t>
            </a:r>
            <a:endParaRPr lang="en-US" altLang="ko-KR" sz="1400" dirty="0"/>
          </a:p>
          <a:p>
            <a:pPr lvl="2">
              <a:lnSpc>
                <a:spcPct val="120000"/>
              </a:lnSpc>
            </a:pPr>
            <a:r>
              <a:rPr lang="ko-KR" altLang="en-US" sz="1200" dirty="0" err="1"/>
              <a:t>언리얼</a:t>
            </a:r>
            <a:r>
              <a:rPr lang="ko-KR" altLang="en-US" sz="1200" dirty="0"/>
              <a:t> 게임을 제작하면서 외부에 공개한 엔진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ko-KR" altLang="en-US" sz="1200" dirty="0"/>
              <a:t>고품질 범용 엔진</a:t>
            </a:r>
            <a:endParaRPr lang="en-US" altLang="ko-KR" sz="1200" dirty="0"/>
          </a:p>
          <a:p>
            <a:pPr lvl="2">
              <a:lnSpc>
                <a:spcPct val="120000"/>
              </a:lnSpc>
            </a:pPr>
            <a:endParaRPr lang="en-US" altLang="ko-KR" sz="1200" dirty="0"/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소스 엔진</a:t>
            </a:r>
            <a:endParaRPr lang="en-US" altLang="ko-KR" sz="1400" dirty="0"/>
          </a:p>
          <a:p>
            <a:pPr lvl="2">
              <a:lnSpc>
                <a:spcPct val="120000"/>
              </a:lnSpc>
            </a:pPr>
            <a:r>
              <a:rPr lang="ko-KR" altLang="en-US" sz="1200" dirty="0" err="1"/>
              <a:t>밸드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코퍼레이션에서</a:t>
            </a:r>
            <a:r>
              <a:rPr lang="ko-KR" altLang="en-US" sz="1200" dirty="0"/>
              <a:t> 제작한 </a:t>
            </a:r>
            <a:r>
              <a:rPr lang="en-US" altLang="ko-KR" sz="1200" dirty="0"/>
              <a:t>3D </a:t>
            </a:r>
            <a:r>
              <a:rPr lang="ko-KR" altLang="en-US" sz="1200" dirty="0"/>
              <a:t>엔진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ko-KR" altLang="en-US" sz="1200" dirty="0"/>
              <a:t>주로 </a:t>
            </a:r>
            <a:r>
              <a:rPr lang="en-US" altLang="ko-KR" sz="1200" dirty="0"/>
              <a:t>PC </a:t>
            </a:r>
            <a:r>
              <a:rPr lang="ko-KR" altLang="en-US" sz="1200" dirty="0"/>
              <a:t>게임 제작에 사용</a:t>
            </a:r>
            <a:endParaRPr lang="en-US" altLang="ko-KR" sz="1200" dirty="0"/>
          </a:p>
          <a:p>
            <a:pPr lvl="2">
              <a:lnSpc>
                <a:spcPct val="120000"/>
              </a:lnSpc>
            </a:pPr>
            <a:endParaRPr lang="en-US" altLang="ko-KR" sz="1200" dirty="0"/>
          </a:p>
          <a:p>
            <a:pPr lvl="1">
              <a:lnSpc>
                <a:spcPct val="120000"/>
              </a:lnSpc>
            </a:pPr>
            <a:r>
              <a:rPr lang="ko-KR" altLang="en-US" sz="1400" dirty="0" err="1"/>
              <a:t>크라이</a:t>
            </a:r>
            <a:r>
              <a:rPr lang="ko-KR" altLang="en-US" sz="1400" dirty="0"/>
              <a:t> 엔진</a:t>
            </a:r>
            <a:endParaRPr lang="en-US" altLang="ko-KR" sz="1400" dirty="0"/>
          </a:p>
          <a:p>
            <a:pPr lvl="2">
              <a:lnSpc>
                <a:spcPct val="120000"/>
              </a:lnSpc>
            </a:pPr>
            <a:r>
              <a:rPr lang="ko-KR" altLang="en-US" sz="1200" dirty="0" err="1"/>
              <a:t>크라이텍에선</a:t>
            </a:r>
            <a:r>
              <a:rPr lang="ko-KR" altLang="en-US" sz="1200" dirty="0"/>
              <a:t> 개발한 엔진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ko-KR" altLang="en-US" sz="1200" dirty="0"/>
              <a:t>야외 표현에 강점</a:t>
            </a:r>
          </a:p>
          <a:p>
            <a:pPr marL="0" indent="0">
              <a:buNone/>
            </a:pP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DDF67AB2-BB39-45A7-AD1C-ABBD570CDF86}"/>
              </a:ext>
            </a:extLst>
          </p:cNvPr>
          <p:cNvGrpSpPr/>
          <p:nvPr/>
        </p:nvGrpSpPr>
        <p:grpSpPr>
          <a:xfrm>
            <a:off x="6012160" y="1645294"/>
            <a:ext cx="2341652" cy="4503516"/>
            <a:chOff x="8982982" y="1803756"/>
            <a:chExt cx="1840061" cy="3538845"/>
          </a:xfrm>
        </p:grpSpPr>
        <p:pic>
          <p:nvPicPr>
            <p:cNvPr id="5" name="imagerId17">
              <a:extLst>
                <a:ext uri="{FF2B5EF4-FFF2-40B4-BE49-F238E27FC236}">
                  <a16:creationId xmlns:a16="http://schemas.microsoft.com/office/drawing/2014/main" xmlns="" id="{7C1C4791-F71B-42EB-89E9-958541A2B7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82982" y="1803756"/>
              <a:ext cx="1674204" cy="701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imagerId18">
              <a:extLst>
                <a:ext uri="{FF2B5EF4-FFF2-40B4-BE49-F238E27FC236}">
                  <a16:creationId xmlns:a16="http://schemas.microsoft.com/office/drawing/2014/main" xmlns="" id="{32B79AD4-2B57-4200-9B3E-142FC09796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93790" y="2505327"/>
              <a:ext cx="1563396" cy="1261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imagerId19">
              <a:extLst>
                <a:ext uri="{FF2B5EF4-FFF2-40B4-BE49-F238E27FC236}">
                  <a16:creationId xmlns:a16="http://schemas.microsoft.com/office/drawing/2014/main" xmlns="" id="{A4962A8F-FF59-48A3-88B7-1ACDFB2B83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93790" y="3839877"/>
              <a:ext cx="1637642" cy="512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imagerId21">
              <a:extLst>
                <a:ext uri="{FF2B5EF4-FFF2-40B4-BE49-F238E27FC236}">
                  <a16:creationId xmlns:a16="http://schemas.microsoft.com/office/drawing/2014/main" xmlns="" id="{BF6CAACD-3F8A-4A74-9EAD-F49AD0DB7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2178" y="4468586"/>
              <a:ext cx="1820865" cy="8740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4128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</a:t>
            </a:r>
            <a:r>
              <a:rPr lang="ko-KR" altLang="en-US" dirty="0"/>
              <a:t>게임 엔진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6480720" cy="5400600"/>
          </a:xfrm>
        </p:spPr>
        <p:txBody>
          <a:bodyPr/>
          <a:lstStyle/>
          <a:p>
            <a:pPr>
              <a:lnSpc>
                <a:spcPct val="100000"/>
              </a:lnSpc>
              <a:buFont typeface="+mj-lt"/>
              <a:buAutoNum type="arabicPeriod" startAt="3"/>
            </a:pPr>
            <a:r>
              <a:rPr lang="ko-KR" altLang="en-US" dirty="0"/>
              <a:t>게임 엔진의 활용 </a:t>
            </a:r>
            <a:r>
              <a:rPr lang="en-US" altLang="ko-KR" dirty="0"/>
              <a:t>: </a:t>
            </a:r>
            <a:r>
              <a:rPr lang="ko-KR" altLang="en-US" sz="1700" dirty="0"/>
              <a:t>게임 외 영역에서의 게임 엔진의 활용</a:t>
            </a:r>
            <a:r>
              <a:rPr lang="en-US" altLang="ko-KR" sz="1700" dirty="0"/>
              <a:t/>
            </a:r>
            <a:br>
              <a:rPr lang="en-US" altLang="ko-KR" sz="1700" dirty="0"/>
            </a:br>
            <a:endParaRPr lang="en-US" altLang="ko-KR" sz="1700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자동차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리얼타임 쇼룸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사전 지원 교육 등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건축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가상 모델하우스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방송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라이브 이벤트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가상 스튜디오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영화 </a:t>
            </a:r>
            <a:r>
              <a:rPr lang="en-US" altLang="ko-KR" dirty="0"/>
              <a:t>&amp; TV</a:t>
            </a:r>
          </a:p>
          <a:p>
            <a:pPr lvl="2">
              <a:lnSpc>
                <a:spcPct val="100000"/>
              </a:lnSpc>
            </a:pPr>
            <a:r>
              <a:rPr lang="ko-KR" altLang="en-US" dirty="0"/>
              <a:t>비용 절감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실시간 협업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18DE146B-4E36-495D-816F-B0F023FEE334}"/>
              </a:ext>
            </a:extLst>
          </p:cNvPr>
          <p:cNvGrpSpPr/>
          <p:nvPr/>
        </p:nvGrpSpPr>
        <p:grpSpPr>
          <a:xfrm>
            <a:off x="3419872" y="2204864"/>
            <a:ext cx="5184576" cy="3666712"/>
            <a:chOff x="5639076" y="2676111"/>
            <a:chExt cx="4847811" cy="3308211"/>
          </a:xfrm>
        </p:grpSpPr>
        <p:pic>
          <p:nvPicPr>
            <p:cNvPr id="10" name="imagerId20">
              <a:extLst>
                <a:ext uri="{FF2B5EF4-FFF2-40B4-BE49-F238E27FC236}">
                  <a16:creationId xmlns:a16="http://schemas.microsoft.com/office/drawing/2014/main" xmlns="" id="{FE7204CB-6846-45FB-A16C-01B895D6D5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1776" y="2676111"/>
              <a:ext cx="2311400" cy="142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imagerId23">
              <a:extLst>
                <a:ext uri="{FF2B5EF4-FFF2-40B4-BE49-F238E27FC236}">
                  <a16:creationId xmlns:a16="http://schemas.microsoft.com/office/drawing/2014/main" xmlns="" id="{9169BED1-15D9-448F-A021-92706852E7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6437" y="3207129"/>
              <a:ext cx="2311400" cy="1181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imagerId24">
              <a:extLst>
                <a:ext uri="{FF2B5EF4-FFF2-40B4-BE49-F238E27FC236}">
                  <a16:creationId xmlns:a16="http://schemas.microsoft.com/office/drawing/2014/main" xmlns="" id="{1508178A-30F8-42FC-AA3D-D362CBF4E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9076" y="4270374"/>
              <a:ext cx="2324100" cy="142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imagerId28">
              <a:extLst>
                <a:ext uri="{FF2B5EF4-FFF2-40B4-BE49-F238E27FC236}">
                  <a16:creationId xmlns:a16="http://schemas.microsoft.com/office/drawing/2014/main" xmlns="" id="{D496118F-92DC-4034-B4B0-CA436CC7B5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37387" y="4561922"/>
              <a:ext cx="2349500" cy="142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86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</a:t>
            </a:r>
            <a:r>
              <a:rPr lang="ko-KR" altLang="en-US" dirty="0"/>
              <a:t>유니티 엔진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35046" y="1196752"/>
            <a:ext cx="6769202" cy="3888432"/>
          </a:xfrm>
        </p:spPr>
        <p:txBody>
          <a:bodyPr/>
          <a:lstStyle/>
          <a:p>
            <a:pPr lvl="1">
              <a:lnSpc>
                <a:spcPct val="120000"/>
              </a:lnSpc>
            </a:pPr>
            <a:r>
              <a:rPr lang="ko-KR" altLang="en-US" dirty="0"/>
              <a:t>다비드 </a:t>
            </a:r>
            <a:r>
              <a:rPr lang="ko-KR" altLang="en-US" dirty="0" err="1"/>
              <a:t>헬가손</a:t>
            </a:r>
            <a:r>
              <a:rPr lang="ko-KR" altLang="en-US" dirty="0"/>
              <a:t> </a:t>
            </a:r>
            <a:r>
              <a:rPr lang="en-US" altLang="ko-KR" sz="1600" dirty="0"/>
              <a:t>David </a:t>
            </a:r>
            <a:r>
              <a:rPr lang="en-US" altLang="ko-KR" sz="1600" dirty="0" err="1"/>
              <a:t>Helgason</a:t>
            </a:r>
            <a:r>
              <a:rPr lang="en-US" altLang="ko-KR" dirty="0"/>
              <a:t>, </a:t>
            </a:r>
            <a:r>
              <a:rPr lang="ko-KR" altLang="en-US" dirty="0" err="1"/>
              <a:t>요아힘</a:t>
            </a:r>
            <a:r>
              <a:rPr lang="ko-KR" altLang="en-US" dirty="0"/>
              <a:t> </a:t>
            </a:r>
            <a:r>
              <a:rPr lang="ko-KR" altLang="en-US" dirty="0" err="1"/>
              <a:t>안테</a:t>
            </a:r>
            <a:r>
              <a:rPr lang="ko-KR" altLang="en-US" dirty="0"/>
              <a:t> </a:t>
            </a:r>
            <a:r>
              <a:rPr lang="en-US" altLang="ko-KR" sz="1600" dirty="0"/>
              <a:t>Joachim Ante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니콜라스 </a:t>
            </a:r>
            <a:r>
              <a:rPr lang="ko-KR" altLang="en-US" dirty="0" err="1"/>
              <a:t>프란시스</a:t>
            </a:r>
            <a:r>
              <a:rPr lang="ko-KR" altLang="en-US" dirty="0"/>
              <a:t> </a:t>
            </a:r>
            <a:r>
              <a:rPr lang="en-US" altLang="ko-KR" sz="1600" dirty="0"/>
              <a:t>Nicholas Francis</a:t>
            </a:r>
            <a:r>
              <a:rPr lang="ko-KR" altLang="en-US" dirty="0"/>
              <a:t>가 개발한 게임 엔진</a:t>
            </a:r>
            <a:endParaRPr lang="en-US" altLang="ko-KR" dirty="0"/>
          </a:p>
          <a:p>
            <a:pPr lvl="2">
              <a:lnSpc>
                <a:spcPct val="120000"/>
              </a:lnSpc>
            </a:pPr>
            <a:r>
              <a:rPr lang="ko-KR" altLang="en-US" dirty="0"/>
              <a:t>모바일 게임 시장의 부상으로 크게 성공</a:t>
            </a:r>
            <a:endParaRPr lang="en-US" altLang="ko-KR" dirty="0"/>
          </a:p>
          <a:p>
            <a:pPr lvl="2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유니티 엔진의 장점과 특징</a:t>
            </a:r>
            <a:endParaRPr lang="en-US" altLang="ko-KR" dirty="0"/>
          </a:p>
          <a:p>
            <a:pPr lvl="2">
              <a:lnSpc>
                <a:spcPct val="120000"/>
              </a:lnSpc>
            </a:pPr>
            <a:r>
              <a:rPr lang="ko-KR" altLang="en-US" dirty="0"/>
              <a:t>쉬운 통합 개발 환경</a:t>
            </a:r>
            <a:endParaRPr lang="en-US" altLang="ko-KR" dirty="0"/>
          </a:p>
          <a:p>
            <a:pPr lvl="2">
              <a:lnSpc>
                <a:spcPct val="120000"/>
              </a:lnSpc>
            </a:pPr>
            <a:r>
              <a:rPr lang="ko-KR" altLang="en-US" dirty="0"/>
              <a:t>저렴한 가격</a:t>
            </a:r>
            <a:endParaRPr lang="en-US" altLang="ko-KR" dirty="0"/>
          </a:p>
          <a:p>
            <a:pPr lvl="2">
              <a:lnSpc>
                <a:spcPct val="120000"/>
              </a:lnSpc>
            </a:pPr>
            <a:r>
              <a:rPr lang="ko-KR" altLang="en-US" dirty="0" err="1"/>
              <a:t>멀티플렛폼</a:t>
            </a:r>
            <a:r>
              <a:rPr lang="ko-KR" altLang="en-US" dirty="0"/>
              <a:t> 지원</a:t>
            </a:r>
            <a:endParaRPr lang="en-US" altLang="ko-KR" dirty="0"/>
          </a:p>
          <a:p>
            <a:pPr lvl="2">
              <a:lnSpc>
                <a:spcPct val="120000"/>
              </a:lnSpc>
            </a:pPr>
            <a:r>
              <a:rPr lang="ko-KR" altLang="en-US" dirty="0" err="1"/>
              <a:t>에셋</a:t>
            </a:r>
            <a:r>
              <a:rPr lang="ko-KR" altLang="en-US" dirty="0"/>
              <a:t> 스토어</a:t>
            </a:r>
          </a:p>
        </p:txBody>
      </p:sp>
      <p:pic>
        <p:nvPicPr>
          <p:cNvPr id="14" name="imagerId30">
            <a:extLst>
              <a:ext uri="{FF2B5EF4-FFF2-40B4-BE49-F238E27FC236}">
                <a16:creationId xmlns:a16="http://schemas.microsoft.com/office/drawing/2014/main" xmlns="" id="{3AF819AE-9C01-4724-84D4-3AAD47D9A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149080"/>
            <a:ext cx="3943500" cy="222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500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</a:t>
            </a:r>
            <a:r>
              <a:rPr lang="ko-KR" altLang="en-US" dirty="0"/>
              <a:t>유니티 엔진 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478280" y="1340767"/>
            <a:ext cx="4946805" cy="446449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b="1" dirty="0"/>
              <a:t>유니티 허브 설치하기</a:t>
            </a:r>
            <a:r>
              <a:rPr lang="en-US" altLang="ko-KR" b="1" dirty="0"/>
              <a:t/>
            </a:r>
            <a:br>
              <a:rPr lang="en-US" altLang="ko-KR" b="1" dirty="0"/>
            </a:br>
            <a:endParaRPr lang="en-US" altLang="ko-KR" b="1" dirty="0"/>
          </a:p>
          <a:p>
            <a:pPr>
              <a:lnSpc>
                <a:spcPct val="120000"/>
              </a:lnSpc>
            </a:pPr>
            <a:endParaRPr lang="en-US" altLang="ko-KR" b="1" dirty="0"/>
          </a:p>
          <a:p>
            <a:pPr lvl="1">
              <a:lnSpc>
                <a:spcPct val="120000"/>
              </a:lnSpc>
            </a:pPr>
            <a:r>
              <a:rPr kumimoji="0" lang="ko-KR" altLang="en-US" sz="1700" dirty="0"/>
              <a:t>유니티 허브 설치</a:t>
            </a:r>
            <a:endParaRPr kumimoji="0" lang="en-US" altLang="ko-KR" sz="1700" dirty="0"/>
          </a:p>
          <a:p>
            <a:pPr lvl="2">
              <a:lnSpc>
                <a:spcPct val="120000"/>
              </a:lnSpc>
            </a:pPr>
            <a:r>
              <a:rPr kumimoji="0" lang="en-US" altLang="ko-KR" sz="1300" dirty="0">
                <a:hlinkClick r:id="rId2"/>
              </a:rPr>
              <a:t>https://unity.com/kr</a:t>
            </a:r>
            <a:r>
              <a:rPr kumimoji="0" lang="ko-KR" altLang="en-US" sz="1300" dirty="0"/>
              <a:t>로 이동</a:t>
            </a:r>
            <a:r>
              <a:rPr kumimoji="0" lang="en-US" altLang="ko-KR" sz="1100" dirty="0"/>
              <a:t/>
            </a:r>
            <a:br>
              <a:rPr kumimoji="0" lang="en-US" altLang="ko-KR" sz="1100" dirty="0"/>
            </a:br>
            <a:r>
              <a:rPr kumimoji="0" lang="ko-KR" altLang="en-US" sz="1300" dirty="0"/>
              <a:t>첫 화면에서 </a:t>
            </a:r>
            <a:r>
              <a:rPr kumimoji="0" lang="en-US" altLang="ko-KR" sz="1300" dirty="0"/>
              <a:t>&lt;</a:t>
            </a:r>
            <a:r>
              <a:rPr kumimoji="0" lang="ko-KR" altLang="en-US" sz="1300" dirty="0"/>
              <a:t>시작하기</a:t>
            </a:r>
            <a:r>
              <a:rPr kumimoji="0" lang="en-US" altLang="ko-KR" sz="1300" dirty="0"/>
              <a:t>&gt;</a:t>
            </a:r>
            <a:r>
              <a:rPr kumimoji="0" lang="ko-KR" altLang="en-US" sz="1300" dirty="0"/>
              <a:t>를 클릭</a:t>
            </a:r>
            <a:r>
              <a:rPr kumimoji="0" lang="en-US" altLang="ko-KR" sz="1300" dirty="0"/>
              <a:t/>
            </a:r>
            <a:br>
              <a:rPr kumimoji="0" lang="en-US" altLang="ko-KR" sz="1300" dirty="0"/>
            </a:br>
            <a:endParaRPr kumimoji="0" lang="en-US" altLang="ko-KR" sz="1300" dirty="0"/>
          </a:p>
          <a:p>
            <a:pPr lvl="2">
              <a:lnSpc>
                <a:spcPct val="120000"/>
              </a:lnSpc>
            </a:pPr>
            <a:endParaRPr kumimoji="0" lang="en-US" altLang="ko-KR" sz="1500" dirty="0"/>
          </a:p>
          <a:p>
            <a:pPr lvl="1">
              <a:lnSpc>
                <a:spcPct val="120000"/>
              </a:lnSpc>
            </a:pPr>
            <a:r>
              <a:rPr lang="en-US" altLang="ko-KR" sz="1700" dirty="0"/>
              <a:t>Personal </a:t>
            </a:r>
            <a:r>
              <a:rPr lang="ko-KR" altLang="en-US" sz="1700" dirty="0"/>
              <a:t>선택</a:t>
            </a:r>
            <a:r>
              <a:rPr lang="en-US" altLang="ko-KR" sz="1700" dirty="0"/>
              <a:t/>
            </a:r>
            <a:br>
              <a:rPr lang="en-US" altLang="ko-KR" sz="1700" dirty="0"/>
            </a:br>
            <a:r>
              <a:rPr lang="en-US" altLang="ko-KR" sz="1700" dirty="0"/>
              <a:t/>
            </a:r>
            <a:br>
              <a:rPr lang="en-US" altLang="ko-KR" sz="1700" dirty="0"/>
            </a:br>
            <a:endParaRPr lang="en-US" altLang="ko-KR" sz="1700" dirty="0"/>
          </a:p>
          <a:p>
            <a:pPr lvl="1">
              <a:lnSpc>
                <a:spcPct val="120000"/>
              </a:lnSpc>
            </a:pPr>
            <a:r>
              <a:rPr lang="ko-KR" altLang="en-US" sz="1700" dirty="0"/>
              <a:t>첫 사용자 선택</a:t>
            </a:r>
            <a:endParaRPr lang="en-US" altLang="ko-KR" sz="1700" dirty="0"/>
          </a:p>
          <a:p>
            <a:pPr lvl="2">
              <a:lnSpc>
                <a:spcPct val="120000"/>
              </a:lnSpc>
            </a:pPr>
            <a:r>
              <a:rPr lang="ko-KR" altLang="en-US" sz="1300" dirty="0"/>
              <a:t>약관 동의 및 다운로드</a:t>
            </a:r>
            <a:endParaRPr lang="en-US" altLang="ko-KR" sz="1300" dirty="0"/>
          </a:p>
          <a:p>
            <a:pPr lvl="1">
              <a:lnSpc>
                <a:spcPct val="120000"/>
              </a:lnSpc>
            </a:pP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xmlns="" id="{5EDB81B5-2D6B-42F3-B861-B75D823B7730}"/>
              </a:ext>
            </a:extLst>
          </p:cNvPr>
          <p:cNvSpPr txBox="1">
            <a:spLocks/>
          </p:cNvSpPr>
          <p:nvPr/>
        </p:nvSpPr>
        <p:spPr>
          <a:xfrm>
            <a:off x="372401" y="2201324"/>
            <a:ext cx="4919679" cy="360393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altLang="ko-KR" sz="2000" dirty="0"/>
          </a:p>
          <a:p>
            <a:pPr>
              <a:lnSpc>
                <a:spcPct val="120000"/>
              </a:lnSpc>
            </a:pPr>
            <a:endParaRPr kumimoji="0" lang="en-US" altLang="ko-KR" sz="2600" dirty="0"/>
          </a:p>
        </p:txBody>
      </p:sp>
      <p:pic>
        <p:nvPicPr>
          <p:cNvPr id="6" name="imagerId35">
            <a:extLst>
              <a:ext uri="{FF2B5EF4-FFF2-40B4-BE49-F238E27FC236}">
                <a16:creationId xmlns:a16="http://schemas.microsoft.com/office/drawing/2014/main" xmlns="" id="{DCE81462-F50A-4A36-A81C-5CB59703E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510" y="2093887"/>
            <a:ext cx="2339117" cy="1045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rId36">
            <a:extLst>
              <a:ext uri="{FF2B5EF4-FFF2-40B4-BE49-F238E27FC236}">
                <a16:creationId xmlns:a16="http://schemas.microsoft.com/office/drawing/2014/main" xmlns="" id="{37764A9B-5E24-4102-B4C9-A7CE985B6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301" y="3252185"/>
            <a:ext cx="2345326" cy="1273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rId37">
            <a:extLst>
              <a:ext uri="{FF2B5EF4-FFF2-40B4-BE49-F238E27FC236}">
                <a16:creationId xmlns:a16="http://schemas.microsoft.com/office/drawing/2014/main" xmlns="" id="{8BDC94AF-F684-4CC7-A3C6-9E97ACDAE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301" y="4667473"/>
            <a:ext cx="2361612" cy="148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rId38">
            <a:extLst>
              <a:ext uri="{FF2B5EF4-FFF2-40B4-BE49-F238E27FC236}">
                <a16:creationId xmlns:a16="http://schemas.microsoft.com/office/drawing/2014/main" xmlns="" id="{400C8984-E542-4DDF-82F8-3B4788B21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783" y="4667473"/>
            <a:ext cx="1181609" cy="148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66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</a:t>
            </a:r>
            <a:r>
              <a:rPr lang="ko-KR" altLang="en-US" dirty="0"/>
              <a:t>유니티 엔진 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179512" y="1188840"/>
            <a:ext cx="2520280" cy="548680"/>
          </a:xfrm>
        </p:spPr>
        <p:txBody>
          <a:bodyPr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유니티 허브 설치 완료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xmlns="" id="{5EDB81B5-2D6B-42F3-B861-B75D823B7730}"/>
              </a:ext>
            </a:extLst>
          </p:cNvPr>
          <p:cNvSpPr txBox="1">
            <a:spLocks/>
          </p:cNvSpPr>
          <p:nvPr/>
        </p:nvSpPr>
        <p:spPr>
          <a:xfrm>
            <a:off x="372401" y="2201324"/>
            <a:ext cx="4919679" cy="360393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altLang="ko-KR" sz="2000" dirty="0"/>
          </a:p>
          <a:p>
            <a:pPr>
              <a:lnSpc>
                <a:spcPct val="120000"/>
              </a:lnSpc>
            </a:pPr>
            <a:endParaRPr kumimoji="0" lang="en-US" altLang="ko-KR" sz="2600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xmlns="" id="{341C9B34-C49C-46E0-BC0A-DB2ECFD93F53}"/>
              </a:ext>
            </a:extLst>
          </p:cNvPr>
          <p:cNvSpPr txBox="1">
            <a:spLocks/>
          </p:cNvSpPr>
          <p:nvPr/>
        </p:nvSpPr>
        <p:spPr bwMode="auto">
          <a:xfrm>
            <a:off x="3172238" y="1209280"/>
            <a:ext cx="2520280" cy="67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‘</a:t>
            </a:r>
            <a:r>
              <a:rPr lang="ko-KR" altLang="en-US" sz="1400" dirty="0"/>
              <a:t>설치 마법사 건너뛰기</a:t>
            </a:r>
            <a:r>
              <a:rPr lang="en-US" altLang="ko-KR" sz="1400" dirty="0"/>
              <a:t>’</a:t>
            </a:r>
            <a:br>
              <a:rPr lang="en-US" altLang="ko-KR" sz="1400" dirty="0"/>
            </a:br>
            <a:r>
              <a:rPr lang="ko-KR" altLang="en-US" sz="1400" dirty="0"/>
              <a:t>선택 후 설치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endParaRPr kumimoji="0"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xmlns="" id="{C7789A10-3E98-4946-A0FE-702F79925A78}"/>
              </a:ext>
            </a:extLst>
          </p:cNvPr>
          <p:cNvSpPr txBox="1">
            <a:spLocks/>
          </p:cNvSpPr>
          <p:nvPr/>
        </p:nvSpPr>
        <p:spPr bwMode="auto">
          <a:xfrm>
            <a:off x="5724128" y="1188840"/>
            <a:ext cx="3215580" cy="67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유니티 허브 실행 </a:t>
            </a:r>
            <a:r>
              <a:rPr lang="en-US" altLang="ko-KR" sz="1400" dirty="0"/>
              <a:t>/ </a:t>
            </a:r>
            <a:r>
              <a:rPr lang="ko-KR" altLang="en-US" sz="1400" dirty="0"/>
              <a:t>라이선스 설정</a:t>
            </a:r>
            <a:endParaRPr lang="en-US" altLang="ko-KR" sz="1400" dirty="0"/>
          </a:p>
          <a:p>
            <a:pPr marL="45720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900" dirty="0"/>
              <a:t>     을 선택하여 로그인하여 라이선스 설정</a:t>
            </a:r>
            <a:endParaRPr lang="en-US" altLang="ko-KR" sz="900" dirty="0"/>
          </a:p>
          <a:p>
            <a:pPr marL="45720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900" dirty="0"/>
              <a:t>혹은         을 선택하여 환경설정</a:t>
            </a:r>
            <a:r>
              <a:rPr lang="en-US" altLang="ko-KR" sz="900" dirty="0"/>
              <a:t>-&gt;</a:t>
            </a:r>
            <a:r>
              <a:rPr lang="ko-KR" altLang="en-US" sz="900" dirty="0"/>
              <a:t>라이선스관리 </a:t>
            </a:r>
            <a:endParaRPr lang="en-US" altLang="ko-KR" sz="900" dirty="0"/>
          </a:p>
          <a:p>
            <a:pPr lvl="1">
              <a:lnSpc>
                <a:spcPct val="120000"/>
              </a:lnSpc>
            </a:pPr>
            <a:endParaRPr kumimoji="0"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412F8B8C-BB8E-4AE2-A041-F44950747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574" y="1463471"/>
            <a:ext cx="262796" cy="25569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54A87EE4-0B26-441F-AF64-8AA6D925B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356" y="1695558"/>
            <a:ext cx="246892" cy="23963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C27A7716-978B-462B-91AC-77FDBA320C9E}"/>
              </a:ext>
            </a:extLst>
          </p:cNvPr>
          <p:cNvGrpSpPr/>
          <p:nvPr/>
        </p:nvGrpSpPr>
        <p:grpSpPr>
          <a:xfrm>
            <a:off x="199357" y="1993794"/>
            <a:ext cx="8393249" cy="1707047"/>
            <a:chOff x="-109657" y="2409917"/>
            <a:chExt cx="11299924" cy="2298216"/>
          </a:xfrm>
        </p:grpSpPr>
        <p:pic>
          <p:nvPicPr>
            <p:cNvPr id="15" name="imagerId39">
              <a:extLst>
                <a:ext uri="{FF2B5EF4-FFF2-40B4-BE49-F238E27FC236}">
                  <a16:creationId xmlns:a16="http://schemas.microsoft.com/office/drawing/2014/main" xmlns="" id="{F60D4F0B-250F-473E-8C2A-7C75840DD9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09657" y="2446359"/>
              <a:ext cx="3416019" cy="2119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imagerId40">
              <a:extLst>
                <a:ext uri="{FF2B5EF4-FFF2-40B4-BE49-F238E27FC236}">
                  <a16:creationId xmlns:a16="http://schemas.microsoft.com/office/drawing/2014/main" xmlns="" id="{042A509A-D5A4-4944-9F24-1BAEC38CF6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0635" y="2431054"/>
              <a:ext cx="3238885" cy="2134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rId43">
              <a:extLst>
                <a:ext uri="{FF2B5EF4-FFF2-40B4-BE49-F238E27FC236}">
                  <a16:creationId xmlns:a16="http://schemas.microsoft.com/office/drawing/2014/main" xmlns="" id="{5660BD11-DD0D-45A2-ABB4-2921439EE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4620" y="2409917"/>
              <a:ext cx="2915647" cy="2298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xmlns="" id="{DEBA1BC2-581E-433C-9B48-C915CF7ECDD3}"/>
              </a:ext>
            </a:extLst>
          </p:cNvPr>
          <p:cNvCxnSpPr>
            <a:cxnSpLocks/>
          </p:cNvCxnSpPr>
          <p:nvPr/>
        </p:nvCxnSpPr>
        <p:spPr>
          <a:xfrm>
            <a:off x="199357" y="3861048"/>
            <a:ext cx="8621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내용 개체 틀 2">
            <a:extLst>
              <a:ext uri="{FF2B5EF4-FFF2-40B4-BE49-F238E27FC236}">
                <a16:creationId xmlns:a16="http://schemas.microsoft.com/office/drawing/2014/main" xmlns="" id="{03FE6A4A-A65C-4FC4-AB87-D2CEB7D5FBCA}"/>
              </a:ext>
            </a:extLst>
          </p:cNvPr>
          <p:cNvSpPr txBox="1">
            <a:spLocks/>
          </p:cNvSpPr>
          <p:nvPr/>
        </p:nvSpPr>
        <p:spPr bwMode="auto">
          <a:xfrm>
            <a:off x="130177" y="4003293"/>
            <a:ext cx="2913468" cy="67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[</a:t>
            </a:r>
            <a:r>
              <a:rPr lang="ko-KR" altLang="en-US" sz="1400" dirty="0"/>
              <a:t>라이선스 관리</a:t>
            </a:r>
            <a:r>
              <a:rPr lang="en-US" altLang="ko-KR" sz="1400" dirty="0"/>
              <a:t>]</a:t>
            </a:r>
            <a:r>
              <a:rPr lang="ko-KR" altLang="en-US" sz="1400" dirty="0"/>
              <a:t>를 선택한 후 </a:t>
            </a:r>
            <a:r>
              <a:rPr lang="en-US" altLang="ko-KR" sz="1400" dirty="0"/>
              <a:t>&lt;</a:t>
            </a:r>
            <a:r>
              <a:rPr lang="ko-KR" altLang="en-US" sz="1400" dirty="0"/>
              <a:t>새 라이선스 활성화</a:t>
            </a:r>
            <a:r>
              <a:rPr lang="en-US" altLang="ko-KR" sz="1400" dirty="0"/>
              <a:t>&gt;</a:t>
            </a:r>
            <a:r>
              <a:rPr lang="ko-KR" altLang="en-US" sz="1400" dirty="0"/>
              <a:t>를 클릭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endParaRPr kumimoji="0" lang="ko-KR" altLang="en-US" sz="2000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xmlns="" id="{A40CBEBD-6146-4936-8185-E6FD12520678}"/>
              </a:ext>
            </a:extLst>
          </p:cNvPr>
          <p:cNvSpPr txBox="1">
            <a:spLocks/>
          </p:cNvSpPr>
          <p:nvPr/>
        </p:nvSpPr>
        <p:spPr bwMode="auto">
          <a:xfrm>
            <a:off x="3036625" y="3974929"/>
            <a:ext cx="2913468" cy="67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알맞은 라이선스 </a:t>
            </a:r>
            <a:r>
              <a:rPr lang="en-US" altLang="ko-KR" sz="1400" dirty="0"/>
              <a:t>(Personal)</a:t>
            </a:r>
            <a:r>
              <a:rPr lang="ko-KR" altLang="en-US" sz="1400" dirty="0"/>
              <a:t>를 선택하고 </a:t>
            </a:r>
            <a:r>
              <a:rPr lang="en-US" altLang="ko-KR" sz="1400" dirty="0"/>
              <a:t>&lt;</a:t>
            </a:r>
            <a:r>
              <a:rPr lang="ko-KR" altLang="en-US" sz="1400" dirty="0"/>
              <a:t>완료</a:t>
            </a:r>
            <a:r>
              <a:rPr lang="en-US" altLang="ko-KR" sz="1400" dirty="0"/>
              <a:t>&gt;</a:t>
            </a:r>
            <a:r>
              <a:rPr lang="ko-KR" altLang="en-US" sz="1400" dirty="0"/>
              <a:t>를 클릭</a:t>
            </a:r>
          </a:p>
          <a:p>
            <a:pPr lvl="1">
              <a:lnSpc>
                <a:spcPct val="120000"/>
              </a:lnSpc>
            </a:pPr>
            <a:endParaRPr kumimoji="0" lang="ko-KR" altLang="en-US" sz="2000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xmlns="" id="{A1F023AE-CA18-4370-9234-750DC19CB2C9}"/>
              </a:ext>
            </a:extLst>
          </p:cNvPr>
          <p:cNvSpPr txBox="1">
            <a:spLocks/>
          </p:cNvSpPr>
          <p:nvPr/>
        </p:nvSpPr>
        <p:spPr bwMode="auto">
          <a:xfrm>
            <a:off x="6156176" y="4000158"/>
            <a:ext cx="3063730" cy="67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라이선스 설치 완료</a:t>
            </a:r>
            <a:r>
              <a:rPr lang="en-US" altLang="ko-KR" sz="1400" dirty="0"/>
              <a:t>.</a:t>
            </a:r>
          </a:p>
          <a:p>
            <a:pPr marL="45720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&lt;- </a:t>
            </a:r>
            <a:r>
              <a:rPr lang="ko-KR" altLang="en-US" sz="1000" dirty="0"/>
              <a:t>를 클릭하여 환경설정을 빠져나감</a:t>
            </a:r>
            <a:endParaRPr kumimoji="0"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F9007468-4368-4DEE-AF36-611BF6838D53}"/>
              </a:ext>
            </a:extLst>
          </p:cNvPr>
          <p:cNvGrpSpPr/>
          <p:nvPr/>
        </p:nvGrpSpPr>
        <p:grpSpPr>
          <a:xfrm>
            <a:off x="179511" y="4763149"/>
            <a:ext cx="8592088" cy="1739597"/>
            <a:chOff x="467244" y="4389754"/>
            <a:chExt cx="10824988" cy="2191681"/>
          </a:xfrm>
        </p:grpSpPr>
        <p:pic>
          <p:nvPicPr>
            <p:cNvPr id="23" name="imagerId44">
              <a:extLst>
                <a:ext uri="{FF2B5EF4-FFF2-40B4-BE49-F238E27FC236}">
                  <a16:creationId xmlns:a16="http://schemas.microsoft.com/office/drawing/2014/main" xmlns="" id="{A20A41BE-3642-4120-8645-7FAEA858DD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244" y="4390976"/>
              <a:ext cx="3221715" cy="2147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rId45">
              <a:extLst>
                <a:ext uri="{FF2B5EF4-FFF2-40B4-BE49-F238E27FC236}">
                  <a16:creationId xmlns:a16="http://schemas.microsoft.com/office/drawing/2014/main" xmlns="" id="{4CFABAA1-4D6C-49BC-91F3-CDD2DE1152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768" y="4389754"/>
              <a:ext cx="3221715" cy="2161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imagerId46">
              <a:extLst>
                <a:ext uri="{FF2B5EF4-FFF2-40B4-BE49-F238E27FC236}">
                  <a16:creationId xmlns:a16="http://schemas.microsoft.com/office/drawing/2014/main" xmlns="" id="{35403964-3CD2-4B2B-8F66-0787C9447A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517" y="4406265"/>
              <a:ext cx="3221715" cy="2175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4439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</a:t>
            </a:r>
            <a:r>
              <a:rPr lang="ko-KR" altLang="en-US" dirty="0"/>
              <a:t>유니티 엔진 설치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xmlns="" id="{5EDB81B5-2D6B-42F3-B861-B75D823B7730}"/>
              </a:ext>
            </a:extLst>
          </p:cNvPr>
          <p:cNvSpPr txBox="1">
            <a:spLocks/>
          </p:cNvSpPr>
          <p:nvPr/>
        </p:nvSpPr>
        <p:spPr>
          <a:xfrm>
            <a:off x="372401" y="2201324"/>
            <a:ext cx="4919679" cy="360393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altLang="ko-KR" sz="2000" dirty="0"/>
          </a:p>
          <a:p>
            <a:pPr>
              <a:lnSpc>
                <a:spcPct val="120000"/>
              </a:lnSpc>
            </a:pPr>
            <a:endParaRPr kumimoji="0" lang="en-US" altLang="ko-KR" sz="2600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xmlns="" id="{341C9B34-C49C-46E0-BC0A-DB2ECFD93F53}"/>
              </a:ext>
            </a:extLst>
          </p:cNvPr>
          <p:cNvSpPr txBox="1">
            <a:spLocks/>
          </p:cNvSpPr>
          <p:nvPr/>
        </p:nvSpPr>
        <p:spPr bwMode="auto">
          <a:xfrm>
            <a:off x="1115616" y="2323166"/>
            <a:ext cx="2870680" cy="67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[</a:t>
            </a:r>
            <a:r>
              <a:rPr lang="ko-KR" altLang="en-US" sz="1400" dirty="0"/>
              <a:t>설치</a:t>
            </a:r>
            <a:r>
              <a:rPr lang="en-US" altLang="ko-KR" sz="1400" dirty="0"/>
              <a:t>] - &lt;</a:t>
            </a:r>
            <a:r>
              <a:rPr lang="ko-KR" altLang="en-US" sz="1400" dirty="0"/>
              <a:t>추가</a:t>
            </a:r>
            <a:r>
              <a:rPr lang="en-US" altLang="ko-KR" sz="1400" dirty="0"/>
              <a:t>&gt; - </a:t>
            </a:r>
            <a:r>
              <a:rPr lang="ko-KR" altLang="en-US" sz="1400" dirty="0"/>
              <a:t>버전선택</a:t>
            </a:r>
          </a:p>
          <a:p>
            <a:pPr marL="45720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유니티 </a:t>
            </a:r>
            <a:r>
              <a:rPr lang="en-US" altLang="ko-KR" sz="1200" dirty="0"/>
              <a:t>2019.3.4.f1 </a:t>
            </a:r>
            <a:r>
              <a:rPr lang="ko-KR" altLang="en-US" sz="1200" dirty="0"/>
              <a:t>설치</a:t>
            </a:r>
          </a:p>
          <a:p>
            <a:pPr lvl="1">
              <a:lnSpc>
                <a:spcPct val="120000"/>
              </a:lnSpc>
            </a:pPr>
            <a:endParaRPr kumimoji="0"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xmlns="" id="{C7789A10-3E98-4946-A0FE-702F79925A78}"/>
              </a:ext>
            </a:extLst>
          </p:cNvPr>
          <p:cNvSpPr txBox="1">
            <a:spLocks/>
          </p:cNvSpPr>
          <p:nvPr/>
        </p:nvSpPr>
        <p:spPr bwMode="auto">
          <a:xfrm>
            <a:off x="4139952" y="2201324"/>
            <a:ext cx="3250000" cy="890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원하는 버전이 없을 경우 </a:t>
            </a:r>
            <a:br>
              <a:rPr lang="ko-KR" altLang="en-US" sz="1400" dirty="0"/>
            </a:br>
            <a:r>
              <a:rPr lang="ko-KR" altLang="en-US" sz="1400" dirty="0">
                <a:solidFill>
                  <a:schemeClr val="accent2"/>
                </a:solidFill>
              </a:rPr>
              <a:t>다운로드 아카이브 페이지</a:t>
            </a:r>
            <a:r>
              <a:rPr lang="ko-KR" altLang="en-US" sz="1400" dirty="0"/>
              <a:t>를 열고 버전을 직접 선택</a:t>
            </a:r>
          </a:p>
          <a:p>
            <a:pPr lvl="1">
              <a:lnSpc>
                <a:spcPct val="120000"/>
              </a:lnSpc>
            </a:pPr>
            <a:endParaRPr kumimoji="0"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xmlns="" id="{DE195FF6-A22F-40F4-B890-BB16FC86791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87924" y="1109788"/>
            <a:ext cx="3384376" cy="698862"/>
          </a:xfrm>
        </p:spPr>
        <p:txBody>
          <a:bodyPr/>
          <a:lstStyle/>
          <a:p>
            <a:pPr>
              <a:buFont typeface="+mj-lt"/>
              <a:buAutoNum type="arabicPeriod" startAt="2"/>
            </a:pPr>
            <a:r>
              <a:rPr lang="ko-KR" altLang="en-US" b="1" dirty="0"/>
              <a:t>유니티와 모듈 설치하기</a:t>
            </a:r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xmlns="" id="{8FE8AD4B-4812-4142-BC3E-971D5E71B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363493"/>
            <a:ext cx="2730706" cy="1836281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47E8B261-E820-464D-AA4E-B558D5606625}"/>
              </a:ext>
            </a:extLst>
          </p:cNvPr>
          <p:cNvGrpSpPr/>
          <p:nvPr/>
        </p:nvGrpSpPr>
        <p:grpSpPr>
          <a:xfrm>
            <a:off x="4361633" y="3165366"/>
            <a:ext cx="2806638" cy="2232533"/>
            <a:chOff x="2997200" y="2628182"/>
            <a:chExt cx="3175000" cy="2525546"/>
          </a:xfrm>
        </p:grpSpPr>
        <p:pic>
          <p:nvPicPr>
            <p:cNvPr id="28" name="imagerId49">
              <a:extLst>
                <a:ext uri="{FF2B5EF4-FFF2-40B4-BE49-F238E27FC236}">
                  <a16:creationId xmlns:a16="http://schemas.microsoft.com/office/drawing/2014/main" xmlns="" id="{7CA5C824-0C0D-498C-B125-518B31345F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7200" y="3490028"/>
              <a:ext cx="3162300" cy="1663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imagerId48">
              <a:extLst>
                <a:ext uri="{FF2B5EF4-FFF2-40B4-BE49-F238E27FC236}">
                  <a16:creationId xmlns:a16="http://schemas.microsoft.com/office/drawing/2014/main" xmlns="" id="{259637DC-4647-4427-A441-B42B21BFFB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856" b="58978"/>
            <a:stretch/>
          </p:blipFill>
          <p:spPr bwMode="auto">
            <a:xfrm>
              <a:off x="2997200" y="2628182"/>
              <a:ext cx="3175000" cy="6244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11838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</a:t>
            </a:r>
            <a:r>
              <a:rPr lang="ko-KR" altLang="en-US" dirty="0"/>
              <a:t>유니티 엔진 설치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xmlns="" id="{5EDB81B5-2D6B-42F3-B861-B75D823B7730}"/>
              </a:ext>
            </a:extLst>
          </p:cNvPr>
          <p:cNvSpPr txBox="1">
            <a:spLocks/>
          </p:cNvSpPr>
          <p:nvPr/>
        </p:nvSpPr>
        <p:spPr>
          <a:xfrm>
            <a:off x="372401" y="2201324"/>
            <a:ext cx="4919679" cy="360393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altLang="ko-KR" sz="2000" dirty="0"/>
          </a:p>
          <a:p>
            <a:pPr>
              <a:lnSpc>
                <a:spcPct val="120000"/>
              </a:lnSpc>
            </a:pPr>
            <a:endParaRPr kumimoji="0" lang="en-US" altLang="ko-KR" sz="2600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xmlns="" id="{341C9B34-C49C-46E0-BC0A-DB2ECFD93F53}"/>
              </a:ext>
            </a:extLst>
          </p:cNvPr>
          <p:cNvSpPr txBox="1">
            <a:spLocks/>
          </p:cNvSpPr>
          <p:nvPr/>
        </p:nvSpPr>
        <p:spPr bwMode="auto">
          <a:xfrm>
            <a:off x="606740" y="1130204"/>
            <a:ext cx="3022840" cy="67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원하는 모듈 설치</a:t>
            </a:r>
          </a:p>
          <a:p>
            <a:pPr marL="45720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빌드하고 싶은 </a:t>
            </a:r>
            <a:r>
              <a:rPr lang="ko-KR" altLang="en-US" sz="1200" dirty="0" err="1"/>
              <a:t>플렛폼</a:t>
            </a:r>
            <a:r>
              <a:rPr lang="ko-KR" altLang="en-US" sz="1200" dirty="0"/>
              <a:t> 모듈을 설치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ko-KR" altLang="en-US" sz="1050" dirty="0"/>
          </a:p>
          <a:p>
            <a:pPr lvl="1">
              <a:lnSpc>
                <a:spcPct val="120000"/>
              </a:lnSpc>
            </a:pPr>
            <a:endParaRPr kumimoji="0" lang="ko-KR" altLang="en-US" dirty="0"/>
          </a:p>
        </p:txBody>
      </p:sp>
      <p:pic>
        <p:nvPicPr>
          <p:cNvPr id="13" name="imagerId50">
            <a:extLst>
              <a:ext uri="{FF2B5EF4-FFF2-40B4-BE49-F238E27FC236}">
                <a16:creationId xmlns:a16="http://schemas.microsoft.com/office/drawing/2014/main" xmlns="" id="{01AFAEBD-2BBD-4D38-A531-92167F028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62" y="1876350"/>
            <a:ext cx="2967756" cy="221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xmlns="" id="{0E4B34D0-E6DA-4141-8D45-D8A9CCD479B4}"/>
              </a:ext>
            </a:extLst>
          </p:cNvPr>
          <p:cNvSpPr/>
          <p:nvPr/>
        </p:nvSpPr>
        <p:spPr>
          <a:xfrm>
            <a:off x="255775" y="4293096"/>
            <a:ext cx="4298961" cy="2194305"/>
          </a:xfrm>
          <a:prstGeom prst="roundRect">
            <a:avLst>
              <a:gd name="adj" fmla="val 704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 tools: </a:t>
            </a:r>
            <a:r>
              <a:rPr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Visual Studio Community 2019</a:t>
            </a:r>
            <a:r>
              <a:rPr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를 설치 </a:t>
            </a:r>
            <a:endParaRPr lang="en-US" altLang="ko-KR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Platforms: </a:t>
            </a:r>
            <a:r>
              <a:rPr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원하는 </a:t>
            </a:r>
            <a:r>
              <a:rPr lang="ko-KR" alt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플렛폼</a:t>
            </a:r>
            <a:r>
              <a:rPr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설치</a:t>
            </a:r>
            <a:endParaRPr lang="en-US" altLang="ko-KR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모바일용</a:t>
            </a:r>
            <a:endParaRPr lang="en-US" altLang="ko-KR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Android Build Support</a:t>
            </a: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iOS Build Support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용 </a:t>
            </a:r>
            <a:endParaRPr lang="en-US" altLang="ko-KR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Windows Build Support(ILC2CPP)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altLang="ko-KR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Documentation: </a:t>
            </a:r>
            <a:r>
              <a:rPr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도움말 설치</a:t>
            </a:r>
            <a:endParaRPr lang="en-US" altLang="ko-KR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Language packs(Preview): </a:t>
            </a:r>
            <a:r>
              <a:rPr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유니티 엔진의 메뉴 언어 설치</a:t>
            </a:r>
            <a:endParaRPr lang="en-US" altLang="ko-KR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설치하지 않는 것을 추천</a:t>
            </a:r>
            <a:endParaRPr lang="en-US" altLang="ko-KR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5" name="imagerId51">
            <a:extLst>
              <a:ext uri="{FF2B5EF4-FFF2-40B4-BE49-F238E27FC236}">
                <a16:creationId xmlns:a16="http://schemas.microsoft.com/office/drawing/2014/main" xmlns="" id="{5F8EFE0E-BDD3-419F-B2C3-F33EFF3E1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319" y="1912566"/>
            <a:ext cx="38354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내용 개체 틀 2">
            <a:extLst>
              <a:ext uri="{FF2B5EF4-FFF2-40B4-BE49-F238E27FC236}">
                <a16:creationId xmlns:a16="http://schemas.microsoft.com/office/drawing/2014/main" xmlns="" id="{9EDA6DAB-F5B9-4E7F-A2B3-503CCE5D2422}"/>
              </a:ext>
            </a:extLst>
          </p:cNvPr>
          <p:cNvSpPr txBox="1">
            <a:spLocks/>
          </p:cNvSpPr>
          <p:nvPr/>
        </p:nvSpPr>
        <p:spPr bwMode="auto">
          <a:xfrm>
            <a:off x="5077551" y="1238226"/>
            <a:ext cx="3666936" cy="67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설치 후 옵션으로 모듈 추가</a:t>
            </a:r>
            <a:r>
              <a:rPr lang="en-US" altLang="ko-KR" sz="1400" dirty="0"/>
              <a:t>, </a:t>
            </a:r>
            <a:r>
              <a:rPr lang="ko-KR" altLang="en-US" sz="1400" dirty="0"/>
              <a:t>탐색기에서 표시</a:t>
            </a:r>
            <a:r>
              <a:rPr lang="en-US" altLang="ko-KR" sz="1400" dirty="0"/>
              <a:t>, </a:t>
            </a:r>
            <a:r>
              <a:rPr lang="ko-KR" altLang="en-US" sz="1400" dirty="0"/>
              <a:t>설치 제거 가능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87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dirty="0"/>
              <a:t>프로젝트 생성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xmlns="" id="{C8205463-9848-450B-A126-C25D9B4432BC}"/>
              </a:ext>
            </a:extLst>
          </p:cNvPr>
          <p:cNvSpPr txBox="1">
            <a:spLocks/>
          </p:cNvSpPr>
          <p:nvPr/>
        </p:nvSpPr>
        <p:spPr bwMode="auto">
          <a:xfrm>
            <a:off x="192499" y="1594628"/>
            <a:ext cx="2750836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프로젝트 </a:t>
            </a:r>
            <a:r>
              <a:rPr lang="en-US" altLang="ko-KR" sz="1400" dirty="0"/>
              <a:t>&lt;</a:t>
            </a:r>
            <a:r>
              <a:rPr lang="ko-KR" altLang="en-US" sz="1400" dirty="0"/>
              <a:t>새로 생성</a:t>
            </a:r>
            <a:r>
              <a:rPr lang="en-US" altLang="ko-KR" sz="1400" dirty="0"/>
              <a:t>&gt; </a:t>
            </a:r>
            <a:r>
              <a:rPr lang="ko-KR" altLang="en-US" sz="1400" dirty="0"/>
              <a:t>클릭</a:t>
            </a:r>
            <a:endParaRPr lang="en-US" altLang="ko-KR" sz="1400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xmlns="" id="{AE0089A0-4D65-465E-9B39-507A684CF653}"/>
              </a:ext>
            </a:extLst>
          </p:cNvPr>
          <p:cNvSpPr txBox="1">
            <a:spLocks/>
          </p:cNvSpPr>
          <p:nvPr/>
        </p:nvSpPr>
        <p:spPr bwMode="auto">
          <a:xfrm>
            <a:off x="6588224" y="1612635"/>
            <a:ext cx="857781" cy="324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실행</a:t>
            </a:r>
            <a:endParaRPr lang="en-US" altLang="ko-KR" sz="1100" dirty="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xmlns="" id="{FEBDBB37-8FF6-4DAE-923E-C9D591DF28F5}"/>
              </a:ext>
            </a:extLst>
          </p:cNvPr>
          <p:cNvSpPr txBox="1">
            <a:spLocks/>
          </p:cNvSpPr>
          <p:nvPr/>
        </p:nvSpPr>
        <p:spPr bwMode="auto">
          <a:xfrm>
            <a:off x="3215339" y="1594627"/>
            <a:ext cx="3022840" cy="1177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/>
              <a:t>탬플릿</a:t>
            </a:r>
            <a:r>
              <a:rPr lang="ko-KR" altLang="en-US" sz="1400" dirty="0"/>
              <a:t> 설정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파이프라인 설정</a:t>
            </a:r>
            <a:endParaRPr lang="en-US" altLang="ko-K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레거시 </a:t>
            </a:r>
            <a:r>
              <a:rPr lang="en-US" altLang="ko-KR" sz="1200" dirty="0"/>
              <a:t>(</a:t>
            </a:r>
            <a:r>
              <a:rPr lang="ko-KR" altLang="en-US" sz="1200" dirty="0"/>
              <a:t>빌트인</a:t>
            </a:r>
            <a:r>
              <a:rPr lang="en-US" altLang="ko-KR" sz="1200" dirty="0"/>
              <a:t>) </a:t>
            </a:r>
            <a:r>
              <a:rPr lang="ko-KR" altLang="en-US" sz="1200" dirty="0"/>
              <a:t>파이프라인 </a:t>
            </a:r>
            <a:r>
              <a:rPr lang="en-US" altLang="ko-KR" sz="1200" dirty="0"/>
              <a:t>(3D) </a:t>
            </a:r>
            <a:r>
              <a:rPr lang="ko-KR" altLang="en-US" sz="1200" dirty="0"/>
              <a:t>선택해서 생성</a:t>
            </a:r>
            <a:endParaRPr lang="en-US" altLang="ko-KR" sz="1200" dirty="0"/>
          </a:p>
        </p:txBody>
      </p:sp>
      <p:pic>
        <p:nvPicPr>
          <p:cNvPr id="19" name="imagerId53">
            <a:extLst>
              <a:ext uri="{FF2B5EF4-FFF2-40B4-BE49-F238E27FC236}">
                <a16:creationId xmlns:a16="http://schemas.microsoft.com/office/drawing/2014/main" xmlns="" id="{D8E96A01-73FE-44FE-8671-75C920C7A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39" y="2852937"/>
            <a:ext cx="2538996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_x282029408">
            <a:extLst>
              <a:ext uri="{FF2B5EF4-FFF2-40B4-BE49-F238E27FC236}">
                <a16:creationId xmlns:a16="http://schemas.microsoft.com/office/drawing/2014/main" xmlns="" id="{3361BAF8-5438-4CC4-83D1-52513E72C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047" y="2852936"/>
            <a:ext cx="2875423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rId60">
            <a:extLst>
              <a:ext uri="{FF2B5EF4-FFF2-40B4-BE49-F238E27FC236}">
                <a16:creationId xmlns:a16="http://schemas.microsoft.com/office/drawing/2014/main" xmlns="" id="{C665ED2F-0B01-4F9A-8530-A2E7D3694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2852936"/>
            <a:ext cx="2253989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586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1E6E2884-D25F-4F0F-A59E-4D1A3F475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91" y="2307512"/>
            <a:ext cx="4923184" cy="277767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dirty="0"/>
              <a:t>프로젝트 생성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xmlns="" id="{C8205463-9848-450B-A126-C25D9B4432BC}"/>
              </a:ext>
            </a:extLst>
          </p:cNvPr>
          <p:cNvSpPr txBox="1">
            <a:spLocks/>
          </p:cNvSpPr>
          <p:nvPr/>
        </p:nvSpPr>
        <p:spPr bwMode="auto">
          <a:xfrm>
            <a:off x="5206875" y="2112172"/>
            <a:ext cx="3743175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+mj-lt"/>
              <a:buAutoNum type="arabicPeriod"/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accent6">
                  <a:lumMod val="50000"/>
                </a:schemeClr>
              </a:buClr>
              <a:buSzPct val="101000"/>
              <a:buFont typeface="Wingdings" pitchFamily="2" charset="2"/>
              <a:buChar char="§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레거시 </a:t>
            </a:r>
            <a:r>
              <a:rPr lang="en-US" altLang="ko-KR" sz="1400" dirty="0"/>
              <a:t>(</a:t>
            </a:r>
            <a:r>
              <a:rPr lang="ko-KR" altLang="en-US" sz="1400" dirty="0"/>
              <a:t>빌트인</a:t>
            </a:r>
            <a:r>
              <a:rPr lang="en-US" altLang="ko-KR" sz="1400" dirty="0"/>
              <a:t>) </a:t>
            </a:r>
            <a:r>
              <a:rPr lang="ko-KR" altLang="en-US" sz="1400" dirty="0" err="1"/>
              <a:t>렌더</a:t>
            </a:r>
            <a:r>
              <a:rPr lang="ko-KR" altLang="en-US" sz="1400" dirty="0"/>
              <a:t> 파이프라인 </a:t>
            </a:r>
            <a:endParaRPr lang="en-US" altLang="ko-KR" sz="140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포워드 </a:t>
            </a:r>
            <a:r>
              <a:rPr lang="en-US" altLang="ko-KR" sz="1050" dirty="0"/>
              <a:t>/ </a:t>
            </a:r>
            <a:r>
              <a:rPr lang="ko-KR" altLang="en-US" sz="1050" dirty="0" err="1"/>
              <a:t>디퍼드</a:t>
            </a:r>
            <a:r>
              <a:rPr lang="ko-KR" altLang="en-US" sz="1050" dirty="0"/>
              <a:t> </a:t>
            </a:r>
            <a:r>
              <a:rPr lang="ko-KR" altLang="en-US" sz="1050" dirty="0" err="1"/>
              <a:t>렌더러</a:t>
            </a:r>
            <a:r>
              <a:rPr lang="ko-KR" altLang="en-US" sz="1050" dirty="0"/>
              <a:t> </a:t>
            </a:r>
            <a:endParaRPr lang="en-US" altLang="ko-KR" sz="105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개조가 불가능해 확장성에 한계</a:t>
            </a:r>
            <a:endParaRPr lang="en-US" altLang="ko-KR" sz="105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SRP (</a:t>
            </a:r>
            <a:r>
              <a:rPr lang="ko-KR" altLang="en-US" sz="1400" dirty="0" err="1"/>
              <a:t>스크립터블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렌더</a:t>
            </a:r>
            <a:r>
              <a:rPr lang="ko-KR" altLang="en-US" sz="1400" dirty="0"/>
              <a:t> 파이프라인</a:t>
            </a:r>
            <a:r>
              <a:rPr lang="en-US" altLang="ko-KR" sz="1400" dirty="0"/>
              <a:t>)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파이프라인을 개조할 수 있는 신형 파이프라인</a:t>
            </a:r>
            <a:endParaRPr lang="en-US" altLang="ko-KR" sz="105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/>
              <a:t>URP (</a:t>
            </a:r>
            <a:r>
              <a:rPr lang="ko-KR" altLang="en-US" sz="1050" dirty="0" err="1"/>
              <a:t>유니버셜</a:t>
            </a:r>
            <a:r>
              <a:rPr lang="ko-KR" altLang="en-US" sz="1050" dirty="0"/>
              <a:t> </a:t>
            </a:r>
            <a:r>
              <a:rPr lang="ko-KR" altLang="en-US" sz="1050" dirty="0" err="1"/>
              <a:t>렌더</a:t>
            </a:r>
            <a:r>
              <a:rPr lang="ko-KR" altLang="en-US" sz="1050" dirty="0"/>
              <a:t> 파이프라인</a:t>
            </a:r>
            <a:r>
              <a:rPr lang="en-US" altLang="ko-KR" sz="1050" dirty="0"/>
              <a:t>) </a:t>
            </a: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/>
              <a:t>범용 파이프라인 템플릿</a:t>
            </a:r>
            <a:endParaRPr lang="en-US" altLang="ko-KR" sz="105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/>
              <a:t>HDRP (</a:t>
            </a:r>
            <a:r>
              <a:rPr lang="ko-KR" altLang="en-US" sz="1050" dirty="0"/>
              <a:t>하이 </a:t>
            </a:r>
            <a:r>
              <a:rPr lang="ko-KR" altLang="en-US" sz="1050" dirty="0" err="1"/>
              <a:t>데피니션</a:t>
            </a:r>
            <a:r>
              <a:rPr lang="ko-KR" altLang="en-US" sz="1050" dirty="0"/>
              <a:t> </a:t>
            </a:r>
            <a:r>
              <a:rPr lang="ko-KR" altLang="en-US" sz="1050" dirty="0" err="1"/>
              <a:t>렌더</a:t>
            </a:r>
            <a:r>
              <a:rPr lang="ko-KR" altLang="en-US" sz="1050" dirty="0"/>
              <a:t> 파이프라인</a:t>
            </a:r>
            <a:r>
              <a:rPr lang="en-US" altLang="ko-KR" sz="1050" dirty="0"/>
              <a:t>)</a:t>
            </a: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/>
              <a:t>AAA </a:t>
            </a:r>
            <a:r>
              <a:rPr lang="ko-KR" altLang="en-US" sz="1050" dirty="0"/>
              <a:t>품질의 게임이나 그래픽 영상물을 위한 고품질 파이프라인 템플릿</a:t>
            </a:r>
            <a:endParaRPr lang="en-US" altLang="ko-KR" sz="105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744236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05. </a:t>
            </a:r>
            <a:r>
              <a:rPr lang="ko-KR" altLang="en-US" dirty="0"/>
              <a:t>유니티의 기본 용어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xmlns="" id="{ABA2F988-357F-49AF-A540-5F7B1DF04A8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412776"/>
            <a:ext cx="8280920" cy="4752528"/>
          </a:xfrm>
        </p:spPr>
        <p:txBody>
          <a:bodyPr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프로젝트</a:t>
            </a:r>
            <a:endParaRPr lang="en-US" altLang="ko-KR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게임 전체를 의미</a:t>
            </a:r>
            <a:endParaRPr lang="en-US" altLang="ko-KR" sz="16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씬</a:t>
            </a:r>
            <a:endParaRPr lang="en-US" altLang="ko-KR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관객</a:t>
            </a:r>
            <a:r>
              <a:rPr lang="en-US" altLang="ko-KR" sz="1600" dirty="0"/>
              <a:t>(</a:t>
            </a:r>
            <a:r>
              <a:rPr lang="ko-KR" altLang="en-US" sz="1600" dirty="0"/>
              <a:t>사용자</a:t>
            </a:r>
            <a:r>
              <a:rPr lang="en-US" altLang="ko-KR" sz="1600" dirty="0"/>
              <a:t>)</a:t>
            </a:r>
            <a:r>
              <a:rPr lang="ko-KR" altLang="en-US" sz="1600" dirty="0"/>
              <a:t>에게 보여주는 장면을 의미</a:t>
            </a:r>
            <a:endParaRPr lang="en-US" altLang="ko-KR" sz="16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컴포넌트</a:t>
            </a:r>
            <a:endParaRPr lang="en-US" altLang="ko-KR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에셋이</a:t>
            </a:r>
            <a:r>
              <a:rPr lang="ko-KR" altLang="en-US" sz="1600" dirty="0"/>
              <a:t> 가지고 있는 특정한 기능 블록</a:t>
            </a:r>
            <a:endParaRPr lang="en-US" altLang="ko-KR" sz="16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에셋</a:t>
            </a:r>
            <a:r>
              <a:rPr lang="ko-KR" altLang="en-US" dirty="0"/>
              <a:t> </a:t>
            </a:r>
            <a:endParaRPr lang="en-US" altLang="ko-KR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게임 개발을 위해 사용되는 모든 요소</a:t>
            </a:r>
            <a:endParaRPr lang="en-US" altLang="ko-KR" sz="1600" dirty="0"/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이미지 파일</a:t>
            </a:r>
            <a:endParaRPr lang="en-US" altLang="ko-KR" sz="1400" dirty="0"/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FBX</a:t>
            </a:r>
            <a:r>
              <a:rPr lang="ko-KR" altLang="en-US" sz="1400" dirty="0"/>
              <a:t>와 모델 파일</a:t>
            </a:r>
            <a:endParaRPr lang="en-US" altLang="ko-KR" sz="1400" dirty="0"/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애니메이션 파일</a:t>
            </a:r>
            <a:endParaRPr lang="en-US" altLang="ko-KR" sz="1400" dirty="0"/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오디오 파일 등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0182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6525</TotalTime>
  <Words>432</Words>
  <Application>Microsoft Office PowerPoint</Application>
  <PresentationFormat>화면 슬라이드 쇼(4:3)</PresentationFormat>
  <Paragraphs>126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Chapter 01. 유니티의 개요와 설치</vt:lpstr>
      <vt:lpstr>PowerPoint 프레젠테이션</vt:lpstr>
      <vt:lpstr>PowerPoint 프레젠테이션</vt:lpstr>
      <vt:lpstr>01. 게임 엔진</vt:lpstr>
      <vt:lpstr>01. 게임 엔진</vt:lpstr>
      <vt:lpstr>01. 게임 엔진</vt:lpstr>
      <vt:lpstr>02. 유니티 엔진</vt:lpstr>
      <vt:lpstr>03. 유니티 엔진 설치</vt:lpstr>
      <vt:lpstr>03. 유니티 엔진 설치</vt:lpstr>
      <vt:lpstr>03. 유니티 엔진 설치</vt:lpstr>
      <vt:lpstr>03. 유니티 엔진 설치</vt:lpstr>
      <vt:lpstr>04. 프로젝트 생성</vt:lpstr>
      <vt:lpstr>04. 프로젝트 생성</vt:lpstr>
      <vt:lpstr>05. 유니티의 기본 용어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이승욱</cp:lastModifiedBy>
  <cp:revision>653</cp:revision>
  <dcterms:created xsi:type="dcterms:W3CDTF">2012-07-11T10:23:22Z</dcterms:created>
  <dcterms:modified xsi:type="dcterms:W3CDTF">2021-09-06T16:34:06Z</dcterms:modified>
</cp:coreProperties>
</file>